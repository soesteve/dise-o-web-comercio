
<file path=[Content_Types].xml><?xml version="1.0" encoding="utf-8"?>
<Types xmlns="http://schemas.openxmlformats.org/package/2006/content-types">
  <Default Extension="jpeg" ContentType="image/jpeg"/>
  <Default Extension="m4a" ContentType="audio/mp4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8" r:id="rId2"/>
    <p:sldId id="283" r:id="rId3"/>
    <p:sldId id="274" r:id="rId4"/>
    <p:sldId id="281" r:id="rId5"/>
    <p:sldId id="282" r:id="rId6"/>
    <p:sldId id="284" r:id="rId7"/>
    <p:sldId id="285" r:id="rId8"/>
    <p:sldId id="287" r:id="rId9"/>
    <p:sldId id="289" r:id="rId10"/>
    <p:sldId id="265" r:id="rId11"/>
    <p:sldId id="266" r:id="rId12"/>
    <p:sldId id="267" r:id="rId13"/>
    <p:sldId id="268" r:id="rId14"/>
    <p:sldId id="269" r:id="rId15"/>
    <p:sldId id="270" r:id="rId16"/>
    <p:sldId id="290" r:id="rId17"/>
    <p:sldId id="291" r:id="rId18"/>
    <p:sldId id="292" r:id="rId19"/>
    <p:sldId id="293" r:id="rId20"/>
    <p:sldId id="294" r:id="rId21"/>
    <p:sldId id="295" r:id="rId22"/>
    <p:sldId id="271" r:id="rId23"/>
    <p:sldId id="272" r:id="rId24"/>
    <p:sldId id="273" r:id="rId25"/>
    <p:sldId id="277" r:id="rId26"/>
    <p:sldId id="278" r:id="rId27"/>
    <p:sldId id="279" r:id="rId28"/>
    <p:sldId id="280" r:id="rId29"/>
    <p:sldId id="276" r:id="rId30"/>
    <p:sldId id="275" r:id="rId31"/>
    <p:sldId id="263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1" autoAdjust="0"/>
    <p:restoredTop sz="85205"/>
  </p:normalViewPr>
  <p:slideViewPr>
    <p:cSldViewPr snapToGrid="0">
      <p:cViewPr varScale="1">
        <p:scale>
          <a:sx n="107" d="100"/>
          <a:sy n="107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B5D0C-FB89-426A-BDB3-9A7787355CF6}" type="datetimeFigureOut">
              <a:rPr lang="es-ES" smtClean="0"/>
              <a:t>6/10/26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5A5A7-F342-4559-B4C0-B2B5679DF7B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75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</a:rPr>
              <a:t>Crear dashboards con R y RStudio para publicar resultados científicos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915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E2197-B5E4-B24C-A4EA-F1AEC25B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38FA4-0288-095A-549C-D781B3E7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2FD770-44DD-5C33-3AC8-416D96F0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6B19-AA4D-C34D-938C-714B8F8B15BF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71365-5264-1D3C-D3FA-20ADCE76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0474B1-8BEE-8B8C-A756-3984FF34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332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E4E74-2E6B-FA02-9014-E47D6BB2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F58C5-BFFD-1C79-2BD1-ECF47500C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675AA-E590-29C9-F1EC-759950B7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59DBD-4174-E94F-A663-EB0C45B45F3B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7DE8B2-36A3-F598-E6F1-ABFE6576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87D2A-2F23-9195-3428-EFA4E069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62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2E8FC-7CDE-100F-8601-2C7ACC32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7C7E8C-B229-051F-F36A-3C699905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F7E1-1BEA-9063-9589-B37D72D0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8180-28C2-E245-8C90-A2196D4A8CFE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9B2A8E-564F-EA7B-914C-89BBF450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C2493-5245-0ED4-5C92-DC9C4E73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824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8651-231F-5C34-60B5-935D3249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ABA13-DA33-B67C-CE72-15716FBB8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586766-3761-283F-164B-D87062EAB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7929E-149F-720B-C735-01A20780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E487-4F0F-BE41-AD26-99917AD92DF6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B8881-B51D-7FAE-8D3C-4D8DFF56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C77753-1091-0C65-2152-CED432D8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562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B23D0-9699-D2E9-A27D-21055548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18CC9F-37D0-1651-44E3-95C14D8C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528990-F0D1-13A4-3440-16FCF5941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68F5A8-2088-177C-CAA1-F1C43DBA3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2A351A-7691-14FD-D18C-2375835C2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344802-1BF2-CB0E-A6C8-0E54230F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9164-1A58-9C40-8CB1-E774C890570F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111F23-FD99-5273-017C-960DF25D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A83CF4-656D-67FC-BF04-03B0BCE0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296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13E8F-41E6-7A77-ADC5-B2CA631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23EADA-7889-3D57-A3E0-E20BB7B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3A3E2-45BD-5249-B03F-40F4EBECD0CD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4D924D-247A-0D24-0BC4-CA5AEEE9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36FD14-B266-96DC-15F2-5E3F2731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885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63DDF9-C36A-A7C9-6C3C-C76B7588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305C-E20C-FE4C-900B-3DD9FF3F20F6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2B212-DEC0-F96E-4570-027DF695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3C1CE2-E752-6DE2-1DEE-09A3E4CE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6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74493-AD71-09B9-5551-748C9B42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56E1BB-AA9A-3BAD-BD90-50BAC85C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986107-EF08-E1E0-0D41-FDBB2D8D3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EA0152-AE04-578F-0075-EE4A6235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7764-809B-A64C-B813-40903E2A4C09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1CB7FA-C6D8-FDC8-C3DA-8BE85B10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3C5367-0E66-D29B-5456-94CDA7D2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853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41596-0307-2723-FF08-89114FA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C02D77-224A-B07D-566C-F9976AD73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77ACAA-197B-C1C3-408F-35BB4C93D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ECE3C7-61F0-AF64-0512-1533CA4F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0B16-AC65-FF43-A087-37F80EF88118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34E8A0-2B81-8458-4C60-51AA55C0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07F507-C442-0C47-DF99-C4BBFB4C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568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D660D-A275-EE6F-9AB7-939606D2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929E9-F850-3A58-1BE1-C4B426B17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F9AB2-5132-DC2B-D45D-99B352F1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ADFD-6972-7C4C-9C20-DC69861E77DE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C3EF0-E994-D444-71E4-F05F874F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D642F-7E79-1C7E-633C-B2A4492B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942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A3F4D3-4C29-8365-7AA7-333ED7A65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4ED9CB-577E-5B16-61D6-481B975F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05ED6-E703-84AC-398E-B43ED461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052B-ADA0-344C-A915-E46137EFB71E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105FF3-97B6-15D2-12D0-34DACC87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672C9-5ED5-97DF-72C9-3B118421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781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9CEBF3-2197-2D98-7D8B-428831DC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649199-4B79-A17E-6EF8-2CD47331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7CA53-799B-6C57-BBCF-939CEEA2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5CB91-F307-9A4B-ABA1-A6A8BA250802}" type="datetime1">
              <a:rPr lang="es-ES_tradnl" smtClean="0"/>
              <a:t>6/10/26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E1D95-5605-C4E5-CE8D-1009B32E2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DDDF9D-11E3-8F45-57FC-BD0CF267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81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m.es/muc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ordpres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ordpress.com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ACbOhT3QNg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B87C619C-EBAB-488E-96B9-153AA4C9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30DA1C1-36FD-41D8-9826-EE797BF3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5331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29392" y="815009"/>
            <a:ext cx="5878286" cy="2319127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DISEÑO WEB, </a:t>
            </a:r>
            <a:b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TECNOLOGÍAS DE INTERNET </a:t>
            </a:r>
            <a:b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 REDES DE COMUNICACIÓN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8460CAE-24BB-A40D-2344-236FBA5B5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473" y="3340939"/>
            <a:ext cx="6081713" cy="2662693"/>
          </a:xfrm>
        </p:spPr>
        <p:txBody>
          <a:bodyPr>
            <a:normAutofit/>
          </a:bodyPr>
          <a:lstStyle/>
          <a:p>
            <a:pPr algn="l"/>
            <a:endParaRPr lang="es-ES" dirty="0">
              <a:solidFill>
                <a:srgbClr val="FFFFFF"/>
              </a:solidFill>
            </a:endParaRPr>
          </a:p>
          <a:p>
            <a:pPr algn="l"/>
            <a:r>
              <a:rPr lang="es-ES" dirty="0">
                <a:solidFill>
                  <a:srgbClr val="FFFFFF"/>
                </a:solidFill>
              </a:rPr>
              <a:t>Sonia Estévez Martín</a:t>
            </a:r>
          </a:p>
          <a:p>
            <a:pPr algn="l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97" name="sketch line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4252192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E4786-325E-6177-227A-09E3A9BF9135}"/>
              </a:ext>
            </a:extLst>
          </p:cNvPr>
          <p:cNvSpPr txBox="1"/>
          <p:nvPr/>
        </p:nvSpPr>
        <p:spPr>
          <a:xfrm>
            <a:off x="8046814" y="4270480"/>
            <a:ext cx="3679776" cy="110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Máster Universitario en Comercio Electrónico</a:t>
            </a:r>
            <a:endParaRPr lang="es-E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0CBC7-4264-739F-DEB2-93CA56495BA6}"/>
              </a:ext>
            </a:extLst>
          </p:cNvPr>
          <p:cNvSpPr txBox="1"/>
          <p:nvPr/>
        </p:nvSpPr>
        <p:spPr>
          <a:xfrm>
            <a:off x="8210798" y="1328840"/>
            <a:ext cx="3351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Presentación</a:t>
            </a:r>
            <a:endParaRPr lang="es-ES_tradnl" dirty="0"/>
          </a:p>
        </p:txBody>
      </p:sp>
      <p:pic>
        <p:nvPicPr>
          <p:cNvPr id="9" name="Picture 8" descr="A logo of a university&#10;&#10;Description automatically generated">
            <a:extLst>
              <a:ext uri="{FF2B5EF4-FFF2-40B4-BE49-F238E27FC236}">
                <a16:creationId xmlns:a16="http://schemas.microsoft.com/office/drawing/2014/main" id="{726333BB-17CC-375C-C724-DD9AE13E90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058" y="1754485"/>
            <a:ext cx="1790148" cy="2046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B3387C-0CB8-A442-4434-5AC7A5064DF8}"/>
              </a:ext>
            </a:extLst>
          </p:cNvPr>
          <p:cNvSpPr txBox="1"/>
          <p:nvPr/>
        </p:nvSpPr>
        <p:spPr>
          <a:xfrm>
            <a:off x="7973604" y="6210971"/>
            <a:ext cx="382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Universidad Complutense de Madrid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14F4-B583-E694-0562-B0DACD09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324B3-C0DD-AFD9-34C7-9C83DCF5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57828D-11CB-43CB-3A06-1F09F82D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web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B4BDA7-A1AE-13C4-1C51-BB43C069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433" y="882948"/>
            <a:ext cx="8336356" cy="555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5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CD1B-DE9B-FAAA-720F-97150C43F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067" y="776559"/>
            <a:ext cx="8485472" cy="56569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2D03D-BBA3-F495-1ADF-7265C4CF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3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8F79ED-55C8-4D5D-D3A7-0B8282A2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web</a:t>
            </a:r>
          </a:p>
        </p:txBody>
      </p:sp>
    </p:spTree>
    <p:extLst>
      <p:ext uri="{BB962C8B-B14F-4D97-AF65-F5344CB8AC3E}">
        <p14:creationId xmlns:p14="http://schemas.microsoft.com/office/powerpoint/2010/main" val="6477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13D4-7915-F114-2D0F-6FCC7A8D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0E652-4186-7736-37AC-AD952044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4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E6272F-3CEC-CA6A-7E3E-06EB59F8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web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1A102-C47F-0947-2F07-29451F55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437" y="848682"/>
            <a:ext cx="8261503" cy="550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A896-7144-2317-98B3-7E6D01E1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3A463-F38E-2042-A4E2-B874A592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5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4723A6-AAA0-56D5-FBE3-956E5327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web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E15144-2BA3-1C44-0089-64E4B788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444" y="924827"/>
            <a:ext cx="8255668" cy="550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2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58DE-1FB1-E045-2BE6-9C77AE8B6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19" y="1250784"/>
            <a:ext cx="10515600" cy="4952011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60000"/>
              </a:lnSpc>
            </a:pPr>
            <a:r>
              <a:rPr lang="en-ES" dirty="0"/>
              <a:t>Organización visual: </a:t>
            </a:r>
          </a:p>
          <a:p>
            <a:pPr lvl="1">
              <a:lnSpc>
                <a:spcPct val="160000"/>
              </a:lnSpc>
            </a:pPr>
            <a:r>
              <a:rPr lang="en-ES" dirty="0"/>
              <a:t>Alineación: Todo debe guardar cierta armonía </a:t>
            </a:r>
          </a:p>
          <a:p>
            <a:pPr lvl="1">
              <a:lnSpc>
                <a:spcPct val="160000"/>
              </a:lnSpc>
            </a:pPr>
            <a:r>
              <a:rPr lang="en-ES" dirty="0"/>
              <a:t>Proximidad: Los elementos relacionados deben estar juntos.</a:t>
            </a:r>
          </a:p>
          <a:p>
            <a:pPr lvl="0">
              <a:lnSpc>
                <a:spcPct val="160000"/>
              </a:lnSpc>
            </a:pPr>
            <a:r>
              <a:rPr lang="en-ES" dirty="0"/>
              <a:t>Tipografía: El texto debe leerse fácilmente.</a:t>
            </a:r>
          </a:p>
          <a:p>
            <a:pPr lvl="0">
              <a:lnSpc>
                <a:spcPct val="160000"/>
              </a:lnSpc>
            </a:pPr>
            <a:r>
              <a:rPr lang="en-ES" dirty="0"/>
              <a:t>Colores: Elegir pocos colores</a:t>
            </a:r>
          </a:p>
          <a:p>
            <a:pPr>
              <a:lnSpc>
                <a:spcPct val="160000"/>
              </a:lnSpc>
            </a:pPr>
            <a:r>
              <a:rPr lang="en-ES" dirty="0"/>
              <a:t>Utilizar enlaces con textos descriptivos ("Descargar guía" en lugar de "Haz clic aquí").</a:t>
            </a:r>
          </a:p>
          <a:p>
            <a:pPr lvl="0">
              <a:lnSpc>
                <a:spcPct val="160000"/>
              </a:lnSpc>
            </a:pPr>
            <a:endParaRPr lang="en-ES" dirty="0"/>
          </a:p>
          <a:p>
            <a:pPr marL="0" indent="0">
              <a:lnSpc>
                <a:spcPct val="160000"/>
              </a:lnSpc>
              <a:buNone/>
            </a:pP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08390-369A-014F-6658-A6CD8E7C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6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2CC117-0A8B-305B-A2EC-7C1BFD3B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ES" dirty="0"/>
              <a:t>En un diseño web hay que tener en cuenta:</a:t>
            </a:r>
          </a:p>
        </p:txBody>
      </p:sp>
    </p:spTree>
    <p:extLst>
      <p:ext uri="{BB962C8B-B14F-4D97-AF65-F5344CB8AC3E}">
        <p14:creationId xmlns:p14="http://schemas.microsoft.com/office/powerpoint/2010/main" val="143482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53B4-E45A-798B-7551-2830EEB5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3C45-31BE-F743-531B-28B8F525B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9" y="1107925"/>
            <a:ext cx="11573889" cy="1080383"/>
          </a:xfrm>
        </p:spPr>
        <p:txBody>
          <a:bodyPr>
            <a:normAutofit fontScale="92500"/>
          </a:bodyPr>
          <a:lstStyle/>
          <a:p>
            <a:pPr lvl="1">
              <a:lnSpc>
                <a:spcPct val="160000"/>
              </a:lnSpc>
            </a:pPr>
            <a:r>
              <a:rPr lang="en-ES" sz="2200" b="1" dirty="0"/>
              <a:t>Diseño adaptable (Responsive):  </a:t>
            </a:r>
            <a:r>
              <a:rPr lang="en-ES" sz="2200" dirty="0"/>
              <a:t>una web debe verse bien en el ordenador, la tablet y el móvil. No se hacen tres páginas distintas. Se adapta automáticamente.</a:t>
            </a:r>
          </a:p>
          <a:p>
            <a:pPr lvl="0"/>
            <a:endParaRPr lang="en-ES" sz="2200" dirty="0"/>
          </a:p>
          <a:p>
            <a:endParaRPr lang="es-E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F9A99-0FA8-86F9-DE9D-1039DBED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7</a:t>
            </a:fld>
            <a:endParaRPr lang="es-ES" dirty="0"/>
          </a:p>
        </p:txBody>
      </p:sp>
      <p:pic>
        <p:nvPicPr>
          <p:cNvPr id="2" name="Picture 1" descr="9 dicas básicas de web design responsivo | dpw">
            <a:extLst>
              <a:ext uri="{FF2B5EF4-FFF2-40B4-BE49-F238E27FC236}">
                <a16:creationId xmlns:a16="http://schemas.microsoft.com/office/drawing/2014/main" id="{39CCF1D0-F47E-D85C-6471-2ACC4755F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22461"/>
            <a:ext cx="4876800" cy="2851868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BC33D3E3-8838-C5CE-778B-5E79D5DF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ES" dirty="0"/>
              <a:t>En un diseño web hay que tener en cuenta: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67BF3E5-D0DB-A070-1FA7-C81853778290}"/>
              </a:ext>
            </a:extLst>
          </p:cNvPr>
          <p:cNvSpPr txBox="1">
            <a:spLocks/>
          </p:cNvSpPr>
          <p:nvPr/>
        </p:nvSpPr>
        <p:spPr>
          <a:xfrm>
            <a:off x="530682" y="2188308"/>
            <a:ext cx="7253839" cy="4050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70000"/>
              </a:lnSpc>
            </a:pPr>
            <a:r>
              <a:rPr lang="en-E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 un ordenador el menú aparece en horizontal.</a:t>
            </a:r>
          </a:p>
          <a:p>
            <a:pPr lvl="0">
              <a:lnSpc>
                <a:spcPct val="170000"/>
              </a:lnSpc>
            </a:pPr>
            <a:r>
              <a:rPr lang="en-E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 un móvil se convierte en un menú tipo "hamburguesa".</a:t>
            </a:r>
          </a:p>
          <a:p>
            <a:pPr lvl="0">
              <a:lnSpc>
                <a:spcPct val="170000"/>
              </a:lnSpc>
            </a:pPr>
            <a:r>
              <a:rPr lang="en-E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Las imágenes se redimensionan automáticamente.</a:t>
            </a:r>
          </a:p>
          <a:p>
            <a:pPr lvl="0">
              <a:lnSpc>
                <a:spcPct val="170000"/>
              </a:lnSpc>
            </a:pPr>
            <a:r>
              <a:rPr lang="en-E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Las columnas pasan a mostrarse una debajo de otra.</a:t>
            </a:r>
          </a:p>
          <a:p>
            <a:pPr>
              <a:lnSpc>
                <a:spcPct val="170000"/>
              </a:lnSpc>
            </a:pPr>
            <a:r>
              <a:rPr lang="en-E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 WordPress esto suele depender del tema que elijas (Astra, Twenty Twenty-Six, etc.)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373235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8997-9664-7466-34C9-40AA03EC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7538-D3DB-9FB6-273A-90ABF2C47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246950"/>
            <a:ext cx="7716253" cy="5474525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60000"/>
              </a:lnSpc>
            </a:pPr>
            <a:r>
              <a:rPr lang="en-ES" b="1" dirty="0"/>
              <a:t>Accesibilidad</a:t>
            </a:r>
            <a:r>
              <a:rPr lang="en-ES" dirty="0"/>
              <a:t>:</a:t>
            </a:r>
          </a:p>
          <a:p>
            <a:pPr lvl="1">
              <a:lnSpc>
                <a:spcPct val="160000"/>
              </a:lnSpc>
            </a:pPr>
            <a:r>
              <a:rPr lang="en-ES" sz="2200" dirty="0"/>
              <a:t>Hace que la web pueda ser utilizada por </a:t>
            </a:r>
            <a:r>
              <a:rPr lang="en-ES" sz="2200" b="1" dirty="0"/>
              <a:t>todas</a:t>
            </a:r>
            <a:r>
              <a:rPr lang="en-ES" sz="2200" dirty="0"/>
              <a:t> las personas incluidas personas con discapacidad visual, auditiva, motora o cognitiva.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ES" sz="2600" dirty="0"/>
              <a:t>Usa:</a:t>
            </a:r>
          </a:p>
          <a:p>
            <a:pPr lvl="1">
              <a:lnSpc>
                <a:spcPct val="160000"/>
              </a:lnSpc>
            </a:pPr>
            <a:r>
              <a:rPr lang="en-GB" sz="2200" dirty="0" err="1"/>
              <a:t>Añade</a:t>
            </a:r>
            <a:r>
              <a:rPr lang="en-GB" sz="2200" dirty="0"/>
              <a:t> </a:t>
            </a:r>
            <a:r>
              <a:rPr lang="en-GB" sz="2200" dirty="0" err="1"/>
              <a:t>texto</a:t>
            </a:r>
            <a:r>
              <a:rPr lang="en-GB" sz="2200" dirty="0"/>
              <a:t> alternativo (alt) a las </a:t>
            </a:r>
            <a:r>
              <a:rPr lang="en-GB" sz="2200" dirty="0" err="1"/>
              <a:t>imágenes</a:t>
            </a:r>
            <a:r>
              <a:rPr lang="en-GB" sz="22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GB" sz="2200" dirty="0" err="1"/>
              <a:t>Mantener</a:t>
            </a:r>
            <a:r>
              <a:rPr lang="en-GB" sz="2200" dirty="0"/>
              <a:t> </a:t>
            </a:r>
            <a:r>
              <a:rPr lang="en-GB" sz="2200" dirty="0" err="1"/>
              <a:t>suficiente</a:t>
            </a:r>
            <a:r>
              <a:rPr lang="en-GB" sz="2200" dirty="0"/>
              <a:t> </a:t>
            </a:r>
            <a:r>
              <a:rPr lang="en-GB" sz="2200" dirty="0" err="1"/>
              <a:t>contraste</a:t>
            </a:r>
            <a:r>
              <a:rPr lang="en-GB" sz="2200" dirty="0"/>
              <a:t> entre </a:t>
            </a:r>
            <a:r>
              <a:rPr lang="en-GB" sz="2200" dirty="0" err="1"/>
              <a:t>texto</a:t>
            </a:r>
            <a:r>
              <a:rPr lang="en-GB" sz="2200" dirty="0"/>
              <a:t> y </a:t>
            </a:r>
            <a:r>
              <a:rPr lang="en-GB" sz="2200" dirty="0" err="1"/>
              <a:t>fondo</a:t>
            </a:r>
            <a:r>
              <a:rPr lang="en-GB" sz="22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GB" sz="2200" dirty="0"/>
              <a:t>Usar </a:t>
            </a:r>
            <a:r>
              <a:rPr lang="en-GB" sz="2200" dirty="0" err="1"/>
              <a:t>títulos</a:t>
            </a:r>
            <a:r>
              <a:rPr lang="en-GB" sz="2200" dirty="0"/>
              <a:t> (</a:t>
            </a:r>
            <a:r>
              <a:rPr lang="en-GB" sz="2200" dirty="0" err="1"/>
              <a:t>H1</a:t>
            </a:r>
            <a:r>
              <a:rPr lang="en-GB" sz="2200" dirty="0"/>
              <a:t>, </a:t>
            </a:r>
            <a:r>
              <a:rPr lang="en-GB" sz="2200" dirty="0" err="1"/>
              <a:t>H2</a:t>
            </a:r>
            <a:r>
              <a:rPr lang="en-GB" sz="2200" dirty="0"/>
              <a:t>, </a:t>
            </a:r>
            <a:r>
              <a:rPr lang="en-GB" sz="2200" dirty="0" err="1"/>
              <a:t>H3</a:t>
            </a:r>
            <a:r>
              <a:rPr lang="en-GB" sz="2200" dirty="0"/>
              <a:t>) </a:t>
            </a:r>
            <a:r>
              <a:rPr lang="en-GB" sz="2200" dirty="0" err="1"/>
              <a:t>en</a:t>
            </a:r>
            <a:r>
              <a:rPr lang="en-GB" sz="2200" dirty="0"/>
              <a:t> </a:t>
            </a:r>
            <a:r>
              <a:rPr lang="en-GB" sz="2200" dirty="0" err="1"/>
              <a:t>orden</a:t>
            </a:r>
            <a:r>
              <a:rPr lang="en-GB" sz="22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GB" sz="2200" dirty="0" err="1"/>
              <a:t>Navegación</a:t>
            </a:r>
            <a:r>
              <a:rPr lang="en-GB" sz="2200" dirty="0"/>
              <a:t> con el </a:t>
            </a:r>
            <a:r>
              <a:rPr lang="en-GB" sz="2200" dirty="0" err="1"/>
              <a:t>teclado</a:t>
            </a:r>
            <a:r>
              <a:rPr lang="en-GB" sz="2200" dirty="0"/>
              <a:t>.</a:t>
            </a:r>
            <a:endParaRPr lang="es-ES" sz="2200" dirty="0"/>
          </a:p>
          <a:p>
            <a:pPr marL="0" indent="0">
              <a:lnSpc>
                <a:spcPct val="160000"/>
              </a:lnSpc>
              <a:buNone/>
            </a:pPr>
            <a:r>
              <a:rPr lang="en-ES" sz="2200" dirty="0"/>
              <a:t>En WordPress muchas de estas mejoras se hacen desde el editor de bloques, por ejemplo añadiendo el texto alternativo al subir una imagen.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0DDC6-9AD7-1609-7BDC-D6576F01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8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427688-0E17-61F6-5183-398B4E51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ES" dirty="0"/>
              <a:t>En un diseño web hay que tener en cuenta:</a:t>
            </a:r>
          </a:p>
        </p:txBody>
      </p:sp>
      <p:pic>
        <p:nvPicPr>
          <p:cNvPr id="2" name="Picture 1" descr="Prototyping for Accessibility &amp; Inclusive Design: Building with Everyone in Mind | by H | Medium">
            <a:extLst>
              <a:ext uri="{FF2B5EF4-FFF2-40B4-BE49-F238E27FC236}">
                <a16:creationId xmlns:a16="http://schemas.microsoft.com/office/drawing/2014/main" id="{39EC9DE9-3714-D0C4-8DFF-AA6E19169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13"/>
          <a:stretch>
            <a:fillRect/>
          </a:stretch>
        </p:blipFill>
        <p:spPr>
          <a:xfrm>
            <a:off x="8380240" y="2136646"/>
            <a:ext cx="3486002" cy="330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6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5940-3263-8CF8-0FB1-E09FE072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65716-2475-7B26-88A0-6DF50026F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285586"/>
            <a:ext cx="10515600" cy="507076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</a:t>
            </a:r>
            <a:r>
              <a:rPr lang="en-E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Experiencia del Usuari</a:t>
            </a: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(UX, User Experience) es la percepción y las sensaciones que tiene una persona al utilizar una página web. No se centra solo en el aspecto visual, sino en que la web sea fácil, útil, intuitiva y agradable de usar.</a:t>
            </a:r>
          </a:p>
          <a:p>
            <a:pPr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 una combinación de diseño, organización y facilidad de uso.</a:t>
            </a:r>
          </a:p>
          <a:p>
            <a:pPr lvl="1">
              <a:lnSpc>
                <a:spcPct val="9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Navegación clara: el usuario encuentra lo que busca sin perderse .</a:t>
            </a:r>
          </a:p>
          <a:p>
            <a:pPr lvl="1">
              <a:lnSpc>
                <a:spcPct val="150000"/>
              </a:lnSpc>
            </a:pP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Evitar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saturar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la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página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con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demasiados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elementos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E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Velocidad de carga: la página responde rápido.</a:t>
            </a:r>
          </a:p>
          <a:p>
            <a:pPr lvl="1"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Diseño limpio: suficiente espacio en blanco y buena legibilidad.</a:t>
            </a:r>
          </a:p>
          <a:p>
            <a:pPr lvl="1"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Contenido organizado: títulos, subtítulos y secciones facilitan la lectura.</a:t>
            </a:r>
          </a:p>
          <a:p>
            <a:pPr>
              <a:lnSpc>
                <a:spcPct val="150000"/>
              </a:lnSpc>
            </a:pPr>
            <a:endParaRPr lang="es-E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DE1A2-3326-66F5-67AB-6CF3504F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9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DC0986-7ED7-B17A-1E0E-5EB86128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60622"/>
            <a:ext cx="10515600" cy="515937"/>
          </a:xfrm>
        </p:spPr>
        <p:txBody>
          <a:bodyPr>
            <a:normAutofit fontScale="90000"/>
          </a:bodyPr>
          <a:lstStyle/>
          <a:p>
            <a:pPr>
              <a:lnSpc>
                <a:spcPct val="160000"/>
              </a:lnSpc>
            </a:pPr>
            <a:r>
              <a:rPr lang="en-ES" dirty="0"/>
              <a:t>En un diseño web hay que tener en cuenta:</a:t>
            </a:r>
          </a:p>
        </p:txBody>
      </p:sp>
    </p:spTree>
    <p:extLst>
      <p:ext uri="{BB962C8B-B14F-4D97-AF65-F5344CB8AC3E}">
        <p14:creationId xmlns:p14="http://schemas.microsoft.com/office/powerpoint/2010/main" val="151237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 (</a:t>
            </a:r>
            <a:r>
              <a:rPr lang="en-E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https://wordpress.com</a:t>
            </a:r>
            <a:r>
              <a:rPr lang="es-ES" sz="2400" dirty="0"/>
              <a:t>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10</a:t>
            </a:fld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C23E3-6071-B624-31EA-FFA9F48DC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019" y="1132910"/>
            <a:ext cx="7772400" cy="47501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AD9E9-21AC-7BE1-D247-0AE2196940D2}"/>
              </a:ext>
            </a:extLst>
          </p:cNvPr>
          <p:cNvSpPr txBox="1"/>
          <p:nvPr/>
        </p:nvSpPr>
        <p:spPr>
          <a:xfrm>
            <a:off x="695019" y="1721926"/>
            <a:ext cx="2536006" cy="459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 crear una página web o sitio web debes seleccionar la primera opción (Sites o sitios)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ES" sz="2200" u="sng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ES" sz="2200" u="sng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E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08B2A4A3-5C73-C5A2-2EE1-472E82DA0FD5}"/>
              </a:ext>
            </a:extLst>
          </p:cNvPr>
          <p:cNvSpPr/>
          <p:nvPr/>
        </p:nvSpPr>
        <p:spPr>
          <a:xfrm>
            <a:off x="4857008" y="1686296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546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554B-BF5D-F61A-DF19-D7FBA0E2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B7AF533-6194-0B37-9868-DB55B2FD14A1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Primera página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A8B34-872B-D93A-250F-F8E1B7C0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11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B9A91-3A28-86BB-225D-2A40BE9A1327}"/>
              </a:ext>
            </a:extLst>
          </p:cNvPr>
          <p:cNvSpPr txBox="1"/>
          <p:nvPr/>
        </p:nvSpPr>
        <p:spPr>
          <a:xfrm>
            <a:off x="646581" y="1373822"/>
            <a:ext cx="9779954" cy="2055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Escribe el nombre que le das a tu web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ES" sz="2200" u="sng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ES" sz="2200" u="sng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E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70605-C196-B7D1-B6D1-61C9F08E0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51824"/>
            <a:ext cx="7772400" cy="2864397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2266C791-3D17-914F-357C-68D1F1FBA8A3}"/>
              </a:ext>
            </a:extLst>
          </p:cNvPr>
          <p:cNvSpPr/>
          <p:nvPr/>
        </p:nvSpPr>
        <p:spPr>
          <a:xfrm>
            <a:off x="4730338" y="4824350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814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8D13-7FE0-CA1C-1E26-525BA84F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3F7947E1-A7AA-B39B-8783-2EF1B9A73ED2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Plan gratuito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6187F5-9261-A068-51A0-FD02833D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12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10DA6-7A5C-3BFA-9EC1-4E2FCCFBD22D}"/>
              </a:ext>
            </a:extLst>
          </p:cNvPr>
          <p:cNvSpPr txBox="1"/>
          <p:nvPr/>
        </p:nvSpPr>
        <p:spPr>
          <a:xfrm>
            <a:off x="274122" y="1254184"/>
            <a:ext cx="3633849" cy="5102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ofrece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un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nombre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parecido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o el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mismo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importante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es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elegir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la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opción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gratuitaen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el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botón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la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derecha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“Start free” o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traducido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al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español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“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Empezar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GB" sz="2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el plan Gratis”.</a:t>
            </a:r>
            <a:endParaRPr lang="en-ES" sz="2200" u="sng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DC5BD1-C33F-AD43-E963-607466D4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71" y="855023"/>
            <a:ext cx="7772400" cy="5614135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72D3E244-8922-1BB6-FEE2-22A501859F54}"/>
              </a:ext>
            </a:extLst>
          </p:cNvPr>
          <p:cNvSpPr/>
          <p:nvPr/>
        </p:nvSpPr>
        <p:spPr>
          <a:xfrm>
            <a:off x="5744376" y="2461160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Left Arrow 3">
            <a:extLst>
              <a:ext uri="{FF2B5EF4-FFF2-40B4-BE49-F238E27FC236}">
                <a16:creationId xmlns:a16="http://schemas.microsoft.com/office/drawing/2014/main" id="{DD38BF6A-2564-AB59-E171-AF6DFEFF1A5E}"/>
              </a:ext>
            </a:extLst>
          </p:cNvPr>
          <p:cNvSpPr/>
          <p:nvPr/>
        </p:nvSpPr>
        <p:spPr>
          <a:xfrm rot="10800000">
            <a:off x="8315460" y="4074225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1220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6D89-D21D-D687-761F-91C75D0C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BDDBF4B6-EE0A-93BB-1E7F-0579DF07C0E9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Plan gratuito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B92F5F-1D4D-3DAE-95E4-DD49727C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13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A899C-65F9-CCBD-F9C9-73410A2D3728}"/>
              </a:ext>
            </a:extLst>
          </p:cNvPr>
          <p:cNvSpPr txBox="1"/>
          <p:nvPr/>
        </p:nvSpPr>
        <p:spPr>
          <a:xfrm>
            <a:off x="784762" y="1859825"/>
            <a:ext cx="2521764" cy="103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Seleccionamos el plan gratuito.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F73126-C372-C024-435D-B87C6C26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454" y="855023"/>
            <a:ext cx="7772400" cy="5673596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44312C16-63B6-F77D-F222-0ADC9DE93C90}"/>
              </a:ext>
            </a:extLst>
          </p:cNvPr>
          <p:cNvSpPr/>
          <p:nvPr/>
        </p:nvSpPr>
        <p:spPr>
          <a:xfrm>
            <a:off x="5134539" y="4717472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65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574D-4037-F1F3-C61B-B1D3D81B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C427A94C-FA3D-FA6A-4E54-41863E7FCF86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objetivo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97223D-0D82-57E8-8F71-7FE6A74F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14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03622-7739-18DE-EE66-09CA7F1E57E0}"/>
              </a:ext>
            </a:extLst>
          </p:cNvPr>
          <p:cNvSpPr txBox="1"/>
          <p:nvPr/>
        </p:nvSpPr>
        <p:spPr>
          <a:xfrm>
            <a:off x="328059" y="1254184"/>
            <a:ext cx="3858930" cy="5102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Opcionalmente nos puede aparecer esta página que nos pregunta por nuestro objetivo, que es hacer una website.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 no aparece esta pagina, pasamos a la siguiente transparencia.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32FAD-FCFC-D166-23D3-573A0BFC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1"/>
          <a:stretch>
            <a:fillRect/>
          </a:stretch>
        </p:blipFill>
        <p:spPr>
          <a:xfrm>
            <a:off x="3943597" y="1034716"/>
            <a:ext cx="7772400" cy="5443249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2088780D-B3ED-9666-9259-4172094985B0}"/>
              </a:ext>
            </a:extLst>
          </p:cNvPr>
          <p:cNvSpPr/>
          <p:nvPr/>
        </p:nvSpPr>
        <p:spPr>
          <a:xfrm>
            <a:off x="10498279" y="2209591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9972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FEFF-DF42-3BA6-8697-AEFC2EB9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DCA9EE4-C76E-34B8-17C3-5BDF6D954E89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Tema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D478F-8824-66D5-2643-26941192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15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263BD-A975-7FBC-CD15-FA0BE43ADB14}"/>
              </a:ext>
            </a:extLst>
          </p:cNvPr>
          <p:cNvSpPr txBox="1"/>
          <p:nvPr/>
        </p:nvSpPr>
        <p:spPr>
          <a:xfrm>
            <a:off x="211309" y="1533668"/>
            <a:ext cx="4208291" cy="418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Finalizamos el proceso y ya tenemos el entorno para hacer la web.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Esto ya es nuestra herramienta de administración de la web.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las 4 opciones que me dan, selecciona la primera: Elegir un tema.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2BA21-2BE8-D337-FE31-4ADCECA5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7"/>
          <a:stretch>
            <a:fillRect/>
          </a:stretch>
        </p:blipFill>
        <p:spPr>
          <a:xfrm>
            <a:off x="4419600" y="1440685"/>
            <a:ext cx="7656096" cy="3550588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BD3A788D-CB11-CE66-9D33-DB98553691E1}"/>
              </a:ext>
            </a:extLst>
          </p:cNvPr>
          <p:cNvSpPr/>
          <p:nvPr/>
        </p:nvSpPr>
        <p:spPr>
          <a:xfrm>
            <a:off x="7463511" y="3424315"/>
            <a:ext cx="1365662" cy="2018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818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02359-F9E8-45C7-0862-342294FC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16</a:t>
            </a:fld>
            <a:endParaRPr lang="es-E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D804A-4401-5380-FC87-93AE54A5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1277"/>
            <a:ext cx="2303813" cy="3081688"/>
          </a:xfrm>
        </p:spPr>
        <p:txBody>
          <a:bodyPr>
            <a:normAutofit/>
          </a:bodyPr>
          <a:lstStyle/>
          <a:p>
            <a:pPr algn="ctr"/>
            <a:r>
              <a:rPr lang="en-ES" sz="2400" dirty="0"/>
              <a:t>Creacción </a:t>
            </a:r>
            <a:br>
              <a:rPr lang="en-ES" sz="2400" dirty="0"/>
            </a:br>
            <a:r>
              <a:rPr lang="en-ES" sz="2400" dirty="0"/>
              <a:t>de nuestro </a:t>
            </a:r>
            <a:br>
              <a:rPr lang="en-ES" sz="2400" dirty="0"/>
            </a:br>
            <a:r>
              <a:rPr lang="en-ES" sz="2400" dirty="0"/>
              <a:t>sitio web</a:t>
            </a:r>
            <a:endParaRPr lang="es-ES" sz="2400" dirty="0"/>
          </a:p>
        </p:txBody>
      </p:sp>
      <p:pic>
        <p:nvPicPr>
          <p:cNvPr id="3" name="WP_1">
            <a:hlinkClick r:id="" action="ppaction://media"/>
            <a:extLst>
              <a:ext uri="{FF2B5EF4-FFF2-40B4-BE49-F238E27FC236}">
                <a16:creationId xmlns:a16="http://schemas.microsoft.com/office/drawing/2014/main" id="{52875284-853F-A1F2-AAA7-DF3D959801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40000" y="0"/>
            <a:ext cx="965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5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BA4D-2A5A-AD73-D858-00D44732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03" y="1698171"/>
            <a:ext cx="3436917" cy="3081688"/>
          </a:xfrm>
        </p:spPr>
        <p:txBody>
          <a:bodyPr>
            <a:normAutofit fontScale="90000"/>
          </a:bodyPr>
          <a:lstStyle/>
          <a:p>
            <a:pPr algn="ctr"/>
            <a:r>
              <a:rPr lang="en-ES" dirty="0"/>
              <a:t>De </a:t>
            </a:r>
            <a:br>
              <a:rPr lang="en-ES" dirty="0"/>
            </a:br>
            <a:r>
              <a:rPr lang="en-ES" dirty="0"/>
              <a:t>«¡Hola mundo!» </a:t>
            </a:r>
            <a:br>
              <a:rPr lang="en-ES" dirty="0"/>
            </a:br>
            <a:r>
              <a:rPr lang="en-ES" dirty="0"/>
              <a:t>a nuestro </a:t>
            </a:r>
            <a:br>
              <a:rPr lang="en-ES" dirty="0"/>
            </a:br>
            <a:r>
              <a:rPr lang="en-ES" dirty="0"/>
              <a:t>sitio web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58289-2078-E4A7-99B8-6D6367E1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17</a:t>
            </a:fld>
            <a:endParaRPr lang="es-ES" dirty="0"/>
          </a:p>
        </p:txBody>
      </p:sp>
      <p:pic>
        <p:nvPicPr>
          <p:cNvPr id="5" name="wp_2">
            <a:hlinkClick r:id="" action="ppaction://media"/>
            <a:extLst>
              <a:ext uri="{FF2B5EF4-FFF2-40B4-BE49-F238E27FC236}">
                <a16:creationId xmlns:a16="http://schemas.microsoft.com/office/drawing/2014/main" id="{16413873-5650-B430-E692-B5DB6A9D0F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11387" y="0"/>
            <a:ext cx="6824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0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1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C85F4-22DE-1B09-9164-3AA10BA1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18</a:t>
            </a:fld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483DF0-8ED5-5C4C-0216-6FF33AD7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121" y="1318161"/>
            <a:ext cx="6785758" cy="32063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s-ES" dirty="0"/>
              <a:t>Ojo: hay dos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point</a:t>
            </a:r>
            <a:r>
              <a:rPr lang="es-ES" dirty="0"/>
              <a:t> con vídeos grabados por mi de cómo hacer una página web.</a:t>
            </a:r>
            <a:br>
              <a:rPr lang="es-ES" dirty="0"/>
            </a:br>
            <a:r>
              <a:rPr lang="es-ES" dirty="0" err="1"/>
              <a:t>2_WP_videos_1.pptx</a:t>
            </a:r>
            <a:br>
              <a:rPr lang="es-ES" dirty="0"/>
            </a:br>
            <a:r>
              <a:rPr lang="es-ES"/>
              <a:t>2_WP_videos_2.</a:t>
            </a:r>
            <a:r>
              <a:rPr lang="es-ES" dirty="0" err="1"/>
              <a:t>pptx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245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7069-4E26-1BCC-2F6F-B2182ECD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84C7-1AC6-4327-EAC0-BEBDE4E29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8AB22-3364-5C9C-7E67-B26A6B05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0182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5030-5880-C9D2-526D-8524C7D7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B7E0-C567-35E0-9929-DE20921EB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E3449-DD37-331F-979A-F25394E3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7040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6D09-B156-363F-3536-71B4B14B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70954-5BA8-75FD-18B8-ACEEF5787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442B2-2537-E28B-DDAF-C019085B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2921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BB5C3-066C-9362-A4A0-F10C3C22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7AF0698B-A066-D8F0-DD0D-F2E74133B963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Apariencia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C5367C-9232-5008-CF6A-2825B84D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22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75653-B032-864C-5C10-58D7ED7A5C83}"/>
              </a:ext>
            </a:extLst>
          </p:cNvPr>
          <p:cNvSpPr txBox="1"/>
          <p:nvPr/>
        </p:nvSpPr>
        <p:spPr>
          <a:xfrm>
            <a:off x="211310" y="1867759"/>
            <a:ext cx="3562596" cy="2800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 selecciona un tema.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 ejemplo el primero que no es de pago.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Fíjate que en el menú los temas pertenecen a apariencia.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B210E0-A27B-C49D-23EC-073FB7009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290" y="1317625"/>
            <a:ext cx="7772400" cy="4222750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3954A849-F845-E482-CE66-B55551E87909}"/>
              </a:ext>
            </a:extLst>
          </p:cNvPr>
          <p:cNvSpPr/>
          <p:nvPr/>
        </p:nvSpPr>
        <p:spPr>
          <a:xfrm rot="5400000">
            <a:off x="8333063" y="5387649"/>
            <a:ext cx="587653" cy="872288"/>
          </a:xfrm>
          <a:prstGeom prst="leftArrow">
            <a:avLst>
              <a:gd name="adj1" fmla="val 50000"/>
              <a:gd name="adj2" fmla="val 5204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3265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155A-B77F-5E9D-8A6C-D54B27CF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E5D17E3D-75B1-B746-5EF9-73E2DC6F6C72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menú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10017-FA9F-3D16-8825-D3FD6FD0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23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2C85E-7199-4664-2AB4-3BB54B79FE5E}"/>
              </a:ext>
            </a:extLst>
          </p:cNvPr>
          <p:cNvSpPr txBox="1"/>
          <p:nvPr/>
        </p:nvSpPr>
        <p:spPr>
          <a:xfrm>
            <a:off x="643236" y="1815306"/>
            <a:ext cx="6381996" cy="2800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Menú, arriba a la izquierda: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W con un círculo es el entorno de Wordpress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casita con el nombre de mi web (botón importante y quizás el más usado).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Pinchamos en la casita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6A479-A59F-E9C6-F8AF-3FBD32E4E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464" y="2459570"/>
            <a:ext cx="43053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96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AC23-4848-CCAD-909A-A4060BAF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D3569A6C-3A82-5804-CBE2-C413089DAA28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Editar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839D5E-8350-2EE5-596C-FB2612EA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24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32B72-2AC0-73A3-A793-C070E62409ED}"/>
              </a:ext>
            </a:extLst>
          </p:cNvPr>
          <p:cNvSpPr txBox="1"/>
          <p:nvPr/>
        </p:nvSpPr>
        <p:spPr>
          <a:xfrm>
            <a:off x="471786" y="1562434"/>
            <a:ext cx="4648199" cy="326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Menú, arriba a la izquierda: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 es mi web, veo lo que llevo hecho de la web (por ahora nada) y lo puedo cambiar pinchando dos veces.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Editar: Personaliza la apariencia del sitio web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0DB09-39ED-B368-3BA4-EA63B90B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803" y="1390940"/>
            <a:ext cx="5324997" cy="387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94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BF97A-907E-EC7C-B118-12639C9F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9244F88-AE28-1EC7-C293-DDA09681B1C1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Partes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CEB3A2-E5AA-54CB-E1C2-873FCE4C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25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956E6-A3FC-C6E1-FB8E-D6A6C0210171}"/>
              </a:ext>
            </a:extLst>
          </p:cNvPr>
          <p:cNvSpPr txBox="1"/>
          <p:nvPr/>
        </p:nvSpPr>
        <p:spPr>
          <a:xfrm>
            <a:off x="722964" y="1673692"/>
            <a:ext cx="4523874" cy="372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Desde la casita podemos acceder a: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Escritorio: </a:t>
            </a: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Gestionar el sitio web.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Plugins: Instalar plugins (solo en planes que lo permiten).</a:t>
            </a:r>
            <a:endParaRPr lang="es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Estadísticas: Ver visitas y rendimiento del sitio.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B3C08-11DD-C31B-7343-FBAB6ADB6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046" y="1673692"/>
            <a:ext cx="5519554" cy="362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5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1DBA-C7B4-F67F-2DDC-4141D455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27C22496-17A7-84B5-5365-CF81943E3231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Partes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B83DCD-6BCE-F2E7-D637-4E2CE54E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26</a:t>
            </a:fld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0BA6C-7444-2CE6-1015-216FC67E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114" y="1111478"/>
            <a:ext cx="2406293" cy="53230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6DDE5BC-8329-E409-893F-5345ACE35518}"/>
              </a:ext>
            </a:extLst>
          </p:cNvPr>
          <p:cNvSpPr txBox="1"/>
          <p:nvPr/>
        </p:nvSpPr>
        <p:spPr>
          <a:xfrm>
            <a:off x="481263" y="1111478"/>
            <a:ext cx="8129337" cy="464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Entradas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Crear y editar artículos del blog.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Páginas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Crear páginas como Inicio,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FAQ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Apariencia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Cambiar el tema, colores, tipografías y el editor del sitio.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Medios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Subir imágenes, documentos y vídeos.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Comentarios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Aprobar o eliminar comentarios.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Estadísticas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 Ver visitas y rendimiento del sitio.</a:t>
            </a:r>
          </a:p>
          <a:p>
            <a:pPr>
              <a:lnSpc>
                <a:spcPct val="150000"/>
              </a:lnSpc>
            </a:pP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Plugins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Instalar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plugins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según el plan.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Usuarios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Añadir o gestionar colaboradores.</a:t>
            </a:r>
          </a:p>
          <a:p>
            <a:pPr>
              <a:lnSpc>
                <a:spcPct val="150000"/>
              </a:lnSpc>
            </a:pP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Ajustes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Configurar el nombre del sitio, idioma,..</a:t>
            </a:r>
          </a:p>
        </p:txBody>
      </p:sp>
    </p:spTree>
    <p:extLst>
      <p:ext uri="{BB962C8B-B14F-4D97-AF65-F5344CB8AC3E}">
        <p14:creationId xmlns:p14="http://schemas.microsoft.com/office/powerpoint/2010/main" val="1658042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AB52-ACBF-4081-6956-213E15EA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C63169CD-02A0-09AE-3BEC-1261910045D7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Tema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5294C1-7A61-A208-A2A4-6D747783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27</a:t>
            </a:fld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2764E-86C6-C0C0-76F7-3FB784C86658}"/>
              </a:ext>
            </a:extLst>
          </p:cNvPr>
          <p:cNvSpPr txBox="1"/>
          <p:nvPr/>
        </p:nvSpPr>
        <p:spPr>
          <a:xfrm>
            <a:off x="467107" y="1674433"/>
            <a:ext cx="4657558" cy="372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Siempre podemos acceder a los temas desde “Apariencia” y en cualquier momento puedo cambiar.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Nos decidimos por un tema (Qué complicado es decidirse)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Hay que activar el tema que se decida</a:t>
            </a:r>
            <a:endParaRPr lang="en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16371-AD2E-8C88-CF23-254EB35FC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83" y="1498578"/>
            <a:ext cx="2615653" cy="1525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58F76-C3CA-9562-D988-C7393DD61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336" y="2407930"/>
            <a:ext cx="4951327" cy="418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60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F865E-AA3E-569D-2FC9-05233136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99024C24-6E67-7A3A-32A8-B09E8063391A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Tema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809D9A-2953-F2DF-E689-95BA77B3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28</a:t>
            </a:fld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7AB33-0A59-1ED2-B599-20FB26096AA2}"/>
              </a:ext>
            </a:extLst>
          </p:cNvPr>
          <p:cNvSpPr txBox="1"/>
          <p:nvPr/>
        </p:nvSpPr>
        <p:spPr>
          <a:xfrm>
            <a:off x="381105" y="1823830"/>
            <a:ext cx="4033641" cy="3261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Después de elegir un tema, edito mi sitio para modificar </a:t>
            </a: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 que sea necesario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Aquí </a:t>
            </a:r>
            <a:r>
              <a:rPr lang="en-E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cada grupo </a:t>
            </a: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introducirá los elementos de su página web.</a:t>
            </a:r>
            <a:endParaRPr lang="es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2362C-4848-9CB2-2D0D-C8F3FFC65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251" y="1614084"/>
            <a:ext cx="7363327" cy="372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08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5976-7143-AB1A-4A63-2E9132E2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3F373CB1-3D10-6807-A80A-5788AE32EFE9}"/>
              </a:ext>
            </a:extLst>
          </p:cNvPr>
          <p:cNvSpPr/>
          <p:nvPr/>
        </p:nvSpPr>
        <p:spPr>
          <a:xfrm>
            <a:off x="2795886" y="120521"/>
            <a:ext cx="6600228" cy="734502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400" dirty="0" err="1"/>
              <a:t>Wordpress</a:t>
            </a:r>
            <a:r>
              <a:rPr lang="es-ES" sz="2400" dirty="0"/>
              <a:t>: Arrancar de nuevo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A2812B-CE7A-B8F7-B003-A59703AB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29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4403D-84E6-94AF-543F-1DE59CA33372}"/>
              </a:ext>
            </a:extLst>
          </p:cNvPr>
          <p:cNvSpPr txBox="1"/>
          <p:nvPr/>
        </p:nvSpPr>
        <p:spPr>
          <a:xfrm>
            <a:off x="959064" y="1782113"/>
            <a:ext cx="3673643" cy="372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Una vez creada mi web, cada vez que empiece de nuevo debo entrar en 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https://wordpress.com/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 </a:t>
            </a:r>
            <a:r>
              <a:rPr lang="en-GB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pinchar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sobre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“</a:t>
            </a:r>
            <a:r>
              <a:rPr lang="en-GB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ir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al </a:t>
            </a:r>
            <a:r>
              <a:rPr lang="en-GB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escritorio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”.</a:t>
            </a:r>
            <a:endParaRPr lang="en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br>
              <a:rPr lang="en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287264-ED7A-593E-5AFC-D3B46FDD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523" y="1782113"/>
            <a:ext cx="6165783" cy="32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36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AAB83A-6F87-8A3C-DC38-C91C259F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277B7-1433-7C97-D013-B4EAC769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30</a:t>
            </a:fld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2016A-8B28-6F02-7DDD-09194F2D6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923" y="344782"/>
            <a:ext cx="7772400" cy="61684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3576C-0027-A78F-0B2F-17A5326E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344782"/>
            <a:ext cx="2749062" cy="5674181"/>
          </a:xfrm>
        </p:spPr>
        <p:txBody>
          <a:bodyPr>
            <a:normAutofit/>
          </a:bodyPr>
          <a:lstStyle/>
          <a:p>
            <a:r>
              <a:rPr lang="en-ES" sz="1200" dirty="0"/>
              <a:t>Bueno a partir de aquí puedes seguir un tutorial, por ejemplo he visto este:</a:t>
            </a:r>
            <a:br>
              <a:rPr lang="en-ES" sz="1200" dirty="0"/>
            </a:br>
            <a:r>
              <a:rPr lang="en-ES" sz="1200" dirty="0"/>
              <a:t> </a:t>
            </a:r>
            <a:r>
              <a:rPr lang="en-ES" sz="1200" u="sng" dirty="0">
                <a:hlinkClick r:id="rId3"/>
              </a:rPr>
              <a:t>https://www.youtube.com/watch?v=FACbOhT3QNg</a:t>
            </a:r>
            <a:br>
              <a:rPr lang="en-ES" sz="1200" dirty="0"/>
            </a:br>
            <a:br>
              <a:rPr lang="en-ES" sz="1200" dirty="0"/>
            </a:br>
            <a:br>
              <a:rPr lang="en-ES" sz="1200" dirty="0"/>
            </a:br>
            <a:r>
              <a:rPr lang="en-ES" sz="1200" dirty="0"/>
              <a:t>No está mal, pero </a:t>
            </a:r>
            <a:r>
              <a:rPr lang="en-ES" sz="1200" b="1" dirty="0"/>
              <a:t>empieza en el minuto 33:39</a:t>
            </a:r>
            <a:r>
              <a:rPr lang="en-ES" sz="1200" dirty="0"/>
              <a:t>, lo anterior no te interesa. pierdes</a:t>
            </a:r>
            <a:br>
              <a:rPr lang="en-ES" sz="1200" dirty="0"/>
            </a:br>
            <a:br>
              <a:rPr lang="en-ES" sz="1200" dirty="0"/>
            </a:br>
            <a:br>
              <a:rPr lang="en-ES" sz="1200" dirty="0"/>
            </a:b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09171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14FACDD-DA42-2B3A-E787-F134F76D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 dirty="0"/>
              <a:t>Fin del tema de </a:t>
            </a:r>
            <a:r>
              <a:rPr lang="es-ES" sz="6600" dirty="0" err="1"/>
              <a:t>Wordpress</a:t>
            </a:r>
            <a:endParaRPr lang="es-ES" sz="66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FA42B96-EAFB-929C-B187-4D543AB254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70779" t="-370779" r="-370779" b="-370779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231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66">
        <p:fade/>
      </p:transition>
    </mc:Choice>
    <mc:Fallback xmlns="">
      <p:transition spd="med" advTm="7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2105</TotalTime>
  <Words>1074</Words>
  <Application>Microsoft Macintosh PowerPoint</Application>
  <PresentationFormat>Widescreen</PresentationFormat>
  <Paragraphs>133</Paragraphs>
  <Slides>31</Slides>
  <Notes>2</Notes>
  <HiddenSlides>1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Verdana</vt:lpstr>
      <vt:lpstr>Tema de Office</vt:lpstr>
      <vt:lpstr>DISEÑO WEB,  TECNOLOGÍAS DE INTERNET  Y REDES DE COMUNICACIÓN</vt:lpstr>
      <vt:lpstr>Diseño web</vt:lpstr>
      <vt:lpstr>Diseño web</vt:lpstr>
      <vt:lpstr>Diseño web</vt:lpstr>
      <vt:lpstr>Diseño web</vt:lpstr>
      <vt:lpstr>En un diseño web hay que tener en cuenta:</vt:lpstr>
      <vt:lpstr>En un diseño web hay que tener en cuenta:</vt:lpstr>
      <vt:lpstr>En un diseño web hay que tener en cuenta:</vt:lpstr>
      <vt:lpstr>En un diseño web hay que tener en cuenta: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Creacción  de nuestro  sitio web</vt:lpstr>
      <vt:lpstr>De  «¡Hola mundo!»  a nuestro  sitio web</vt:lpstr>
      <vt:lpstr>Ojo: hay dos power point con vídeos grabados por mi de cómo hacer una página web. 2_WP_videos_1.pptx 2_WP_videos_2.pptx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Bueno a partir de aquí puedes seguir un tutorial, por ejemplo he visto este:  https://www.youtube.com/watch?v=FACbOhT3QNg   No está mal, pero empieza en el minuto 33:39, lo anterior no te interesa. pierdes   </vt:lpstr>
      <vt:lpstr>Fin del tema de Wordpress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Crear dashboards con R y RStudio para publicar resultados científicos</dc:title>
  <dc:creator>SONIA ESTEVEZ MARTIN</dc:creator>
  <cp:lastModifiedBy>SONIA ESTEVEZ MARTIN</cp:lastModifiedBy>
  <cp:revision>48</cp:revision>
  <dcterms:created xsi:type="dcterms:W3CDTF">2024-02-26T11:23:01Z</dcterms:created>
  <dcterms:modified xsi:type="dcterms:W3CDTF">2026-10-06T09:43:32Z</dcterms:modified>
</cp:coreProperties>
</file>