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78"/>
    <p:restoredTop sz="94633"/>
  </p:normalViewPr>
  <p:slideViewPr>
    <p:cSldViewPr snapToGrid="0" snapToObjects="1">
      <p:cViewPr varScale="1">
        <p:scale>
          <a:sx n="138" d="100"/>
          <a:sy n="138" d="100"/>
        </p:scale>
        <p:origin x="176" y="3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6"/>
            <a:ext cx="12191695" cy="6858000"/>
          </a:xfrm>
          <a:prstGeom prst="rect">
            <a:avLst/>
          </a:prstGeom>
          <a:noFill/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152EC9-55D9-313B-89E2-FB6B477DC3C9}"/>
              </a:ext>
            </a:extLst>
          </p:cNvPr>
          <p:cNvSpPr/>
          <p:nvPr/>
        </p:nvSpPr>
        <p:spPr>
          <a:xfrm>
            <a:off x="3168073" y="5052291"/>
            <a:ext cx="2189018" cy="544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SONIA ESTEVEZ MARTIN</cp:lastModifiedBy>
  <cp:revision>2</cp:revision>
  <dcterms:created xsi:type="dcterms:W3CDTF">2013-01-27T09:14:16Z</dcterms:created>
  <dcterms:modified xsi:type="dcterms:W3CDTF">2026-09-21T11:39:29Z</dcterms:modified>
  <cp:category/>
</cp:coreProperties>
</file>